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1449239"/>
            <a:ext cx="6253317" cy="2315156"/>
          </a:xfrm>
        </p:spPr>
        <p:txBody>
          <a:bodyPr>
            <a:normAutofit/>
          </a:bodyPr>
          <a:lstStyle/>
          <a:p>
            <a:r>
              <a:rPr lang="en-US" sz="8000" dirty="0"/>
              <a:t>FastLane Motors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8"/>
            <a:ext cx="6269347" cy="2185257"/>
          </a:xfrm>
        </p:spPr>
        <p:txBody>
          <a:bodyPr>
            <a:noAutofit/>
          </a:bodyPr>
          <a:lstStyle/>
          <a:p>
            <a:pPr algn="l" fontAlgn="base"/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Created by:</a:t>
            </a:r>
          </a:p>
          <a:p>
            <a:pPr algn="l" fontAlgn="base"/>
            <a:r>
              <a:rPr lang="en-CA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Prajval Patel - C0911611</a:t>
            </a:r>
          </a:p>
          <a:p>
            <a:pPr algn="l" fontAlgn="base"/>
            <a:r>
              <a:rPr lang="en-CA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Urvesh Patel - C0903445</a:t>
            </a:r>
          </a:p>
          <a:p>
            <a:pPr algn="l" fontAlgn="base"/>
            <a:r>
              <a:rPr lang="en-CA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Sahil Hamirani - C0911606</a:t>
            </a:r>
          </a:p>
          <a:p>
            <a:pPr algn="l" fontAlgn="base"/>
            <a:r>
              <a:rPr lang="en-CA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Akshaybhai Busa - C0908498</a:t>
            </a:r>
          </a:p>
          <a:p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DEB9A57-09FA-AA32-5485-F02D9E35A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8460" y="345058"/>
            <a:ext cx="6167884" cy="616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EC6D-2CEC-CFE1-06A8-F0A79B501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ptos Black" panose="020F0502020204030204" pitchFamily="34" charset="0"/>
              </a:rPr>
              <a:t>Project Overview</a:t>
            </a:r>
            <a:endParaRPr lang="en-CA" dirty="0">
              <a:latin typeface="Aptos Black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3B32-C210-5E40-0101-D502C2CA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993366"/>
            <a:ext cx="4998720" cy="183742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Objective</a:t>
            </a:r>
            <a:r>
              <a:rPr lang="en-US" dirty="0">
                <a:latin typeface="Aptos" panose="020B0004020202020204" pitchFamily="34" charset="0"/>
              </a:rPr>
              <a:t>: Seamless experience </a:t>
            </a:r>
            <a:r>
              <a:rPr lang="en-US" sz="1800" dirty="0">
                <a:effectLst/>
                <a:latin typeface="Aptos" panose="020B0004020202020204" pitchFamily="34" charset="0"/>
                <a:ea typeface="Arial Unicode MS"/>
              </a:rPr>
              <a:t>for the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rial Unicode MS"/>
              </a:rPr>
              <a:t>clients to inquire about the cars available in stock.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Stack</a:t>
            </a:r>
            <a:r>
              <a:rPr lang="en-US" dirty="0">
                <a:latin typeface="Aptos" panose="020B0004020202020204" pitchFamily="34" charset="0"/>
              </a:rPr>
              <a:t>: MERN Stack.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Structure</a:t>
            </a:r>
            <a:r>
              <a:rPr lang="en-US" dirty="0">
                <a:latin typeface="Aptos" panose="020B0004020202020204" pitchFamily="34" charset="0"/>
              </a:rPr>
              <a:t>: Follows client-server architecture.</a:t>
            </a:r>
          </a:p>
        </p:txBody>
      </p:sp>
      <p:pic>
        <p:nvPicPr>
          <p:cNvPr id="2050" name="Picture 2" descr="What Is the MERN Stack? Introduction and How it Works">
            <a:extLst>
              <a:ext uri="{FF2B5EF4-FFF2-40B4-BE49-F238E27FC236}">
                <a16:creationId xmlns:a16="http://schemas.microsoft.com/office/drawing/2014/main" id="{9AE3EA3D-744A-DCA9-EE67-FD14F0F4E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179" y="2734574"/>
            <a:ext cx="4559686" cy="256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280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2DE4-47E0-08CF-AB9D-D2FA0D04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ptos Black" panose="020B0004020202020204" pitchFamily="34" charset="0"/>
              </a:rPr>
              <a:t>Backend: Overview</a:t>
            </a:r>
            <a:endParaRPr lang="en-CA" dirty="0">
              <a:latin typeface="Aptos Black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20294-1C1F-497A-A361-295115457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80487"/>
            <a:ext cx="67841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Core Functionality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GET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/cars: Retrieve all car records.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GET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/cars/:id: Fetch details of a single car by ID.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POST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/cars: Create new car records with image uploads.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PUT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/cars/:id: Update existing car records.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DELETE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/cars/:id: Remove car records from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Technologies 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Node.js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for server runtime.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Express.js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for RESTful routing.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MongoDB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for database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300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D1C0-AF8A-024F-59AC-1B6A2E81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ptos Black" panose="020B0004020202020204" pitchFamily="34" charset="0"/>
              </a:rPr>
              <a:t>Backend: Data Handling</a:t>
            </a:r>
            <a:endParaRPr lang="en-CA" dirty="0">
              <a:latin typeface="Aptos Black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C94949-25B8-2A78-85C1-96316508C3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95821"/>
            <a:ext cx="61920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Car Schema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Fields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make, model, year, color, kms, vin, price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images: Stores paths to uploaded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Validation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Ensures all required fields are populated before database entry.</a:t>
            </a:r>
            <a:endParaRPr lang="en-US" altLang="en-US" sz="16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Middleware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Multer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 Handles image uploads and saves paths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Body-parser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 Parses incoming JSON data.</a:t>
            </a:r>
            <a:endParaRPr lang="en-US" altLang="en-US" sz="16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Error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Centralized error responses with meaningful HTTP status codes.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53DF2-0B8B-3699-09B2-347823C2F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321" y="2728482"/>
            <a:ext cx="3904300" cy="239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4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E1E6-75B7-CDFC-5BF2-A78E7892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ptos Black" panose="020B0004020202020204" pitchFamily="34" charset="0"/>
              </a:rPr>
              <a:t>Backend: File Handling</a:t>
            </a:r>
            <a:endParaRPr lang="en-CA" dirty="0">
              <a:latin typeface="Aptos Black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60C30D-2B03-AFE1-6053-3CB5529861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975713"/>
            <a:ext cx="4998720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Static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Serves uploaded images via /uploads directory.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Library Used: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Multer</a:t>
            </a:r>
          </a:p>
          <a:p>
            <a:pPr marL="292608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https://www.npmjs.com/package/multer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FDC1B-180B-B694-0E51-42D09498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148" y="2641202"/>
            <a:ext cx="3991532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5DAD-E9C7-C69D-EB13-926EDD17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 Black" panose="020B0004020202020204" pitchFamily="34" charset="0"/>
              </a:rPr>
              <a:t>Backend: API Workflow</a:t>
            </a:r>
            <a:endParaRPr lang="en-CA" dirty="0">
              <a:latin typeface="Aptos Black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74CC63-33CC-5EB9-7569-2DC35745C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03487"/>
            <a:ext cx="490635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Typical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Client Request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Frontend sends API calls (e.g., POST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/cars).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Backend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Middleware validates and processes requests.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Controllers interact with the database via the schema.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MongoDB stores and retrieves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Response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Backend sends structured JSON responses to the client.</a:t>
            </a:r>
          </a:p>
        </p:txBody>
      </p:sp>
      <p:pic>
        <p:nvPicPr>
          <p:cNvPr id="4103" name="Picture 7">
            <a:extLst>
              <a:ext uri="{FF2B5EF4-FFF2-40B4-BE49-F238E27FC236}">
                <a16:creationId xmlns:a16="http://schemas.microsoft.com/office/drawing/2014/main" id="{501022B5-BB75-C373-C9D9-436DFC1E8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279" y="2003487"/>
            <a:ext cx="1648327" cy="397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08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2CE0-B1B4-C583-3BBA-2EF8115B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CA" b="1"/>
              <a:t>Frontend: Landing Page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8A79B-8B43-F25E-75F3-FD823CB17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Aptos" panose="020B0004020202020204" pitchFamily="34" charset="0"/>
              </a:rPr>
              <a:t>Features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ptos" panose="020B0004020202020204" pitchFamily="34" charset="0"/>
              </a:rPr>
              <a:t>Hero Section</a:t>
            </a:r>
            <a:r>
              <a:rPr lang="en-US" sz="1300" dirty="0">
                <a:latin typeface="Aptos" panose="020B0004020202020204" pitchFamily="34" charset="0"/>
              </a:rPr>
              <a:t>: Highlights featured cars.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ptos" panose="020B0004020202020204" pitchFamily="34" charset="0"/>
              </a:rPr>
              <a:t>Brand Showcase</a:t>
            </a:r>
            <a:r>
              <a:rPr lang="en-US" sz="1300" dirty="0">
                <a:latin typeface="Aptos" panose="020B0004020202020204" pitchFamily="34" charset="0"/>
              </a:rPr>
              <a:t>: Displays brand logos dynamically.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ptos" panose="020B0004020202020204" pitchFamily="34" charset="0"/>
              </a:rPr>
              <a:t>Car Listings</a:t>
            </a:r>
            <a:r>
              <a:rPr lang="en-US" sz="13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ptos" panose="020B0004020202020204" pitchFamily="34" charset="0"/>
              </a:rPr>
              <a:t>Fetches car data from API.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ptos" panose="020B0004020202020204" pitchFamily="34" charset="0"/>
              </a:rPr>
              <a:t>Displays featured cars with prices and details.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ptos" panose="020B0004020202020204" pitchFamily="34" charset="0"/>
              </a:rPr>
              <a:t>User Navigation</a:t>
            </a:r>
            <a:r>
              <a:rPr lang="en-US" sz="13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ptos" panose="020B0004020202020204" pitchFamily="34" charset="0"/>
              </a:rPr>
              <a:t>Buttons to explore products and contact sections.</a:t>
            </a:r>
          </a:p>
          <a:p>
            <a:pPr>
              <a:lnSpc>
                <a:spcPct val="90000"/>
              </a:lnSpc>
            </a:pPr>
            <a:r>
              <a:rPr lang="en-US" sz="1300" b="1" dirty="0">
                <a:latin typeface="Aptos" panose="020B0004020202020204" pitchFamily="34" charset="0"/>
              </a:rPr>
              <a:t>Technologies Used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ptos" panose="020B0004020202020204" pitchFamily="34" charset="0"/>
              </a:rPr>
              <a:t>React.js</a:t>
            </a:r>
            <a:r>
              <a:rPr lang="en-US" sz="1300" dirty="0">
                <a:latin typeface="Aptos" panose="020B0004020202020204" pitchFamily="34" charset="0"/>
              </a:rPr>
              <a:t>: Component-based structure for dynamic rendering.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latin typeface="Aptos" panose="020B0004020202020204" pitchFamily="34" charset="0"/>
              </a:rPr>
              <a:t>Bootstrap</a:t>
            </a:r>
            <a:r>
              <a:rPr lang="en-US" sz="1300" dirty="0">
                <a:latin typeface="Aptos" panose="020B0004020202020204" pitchFamily="34" charset="0"/>
              </a:rPr>
              <a:t>: Responsive design and styling.</a:t>
            </a:r>
          </a:p>
          <a:p>
            <a:pPr>
              <a:lnSpc>
                <a:spcPct val="90000"/>
              </a:lnSpc>
            </a:pPr>
            <a:endParaRPr lang="en-CA" sz="1300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DC857A-3F2C-367E-DA60-5D4CD157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102" y="2751811"/>
            <a:ext cx="5260578" cy="24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7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D038-4B81-9FC7-F060-7382D825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latin typeface="Aptos Black" panose="020B0004020202020204" pitchFamily="34" charset="0"/>
              </a:rPr>
              <a:t>Frontend: Products Page</a:t>
            </a:r>
            <a:endParaRPr lang="en-CA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B0950-10F0-2D69-FB2F-BD831FA0A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998720" cy="3760891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Aptos" panose="020B0004020202020204" pitchFamily="34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Car Listings</a:t>
            </a:r>
            <a:r>
              <a:rPr lang="en-US" sz="14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Dynamically fetches car data from the backend.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Filters by price and kilometers driven.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Filter Implementation</a:t>
            </a:r>
            <a:r>
              <a:rPr lang="en-US" sz="14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Real-time filtering with user-friendly input fields.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Navigation</a:t>
            </a:r>
            <a:r>
              <a:rPr lang="en-US" sz="14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Links to individual car details pages.</a:t>
            </a:r>
          </a:p>
          <a:p>
            <a:r>
              <a:rPr lang="en-US" sz="1400" b="1" dirty="0">
                <a:latin typeface="Aptos" panose="020B0004020202020204" pitchFamily="34" charset="0"/>
              </a:rPr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Aptos" panose="020B0004020202020204" pitchFamily="34" charset="0"/>
              </a:rPr>
              <a:t>Axios</a:t>
            </a:r>
            <a:r>
              <a:rPr lang="en-US" sz="1400" dirty="0">
                <a:latin typeface="Aptos" panose="020B0004020202020204" pitchFamily="34" charset="0"/>
              </a:rPr>
              <a:t>: For API calls.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React Hooks</a:t>
            </a:r>
            <a:r>
              <a:rPr lang="en-US" sz="1400" dirty="0">
                <a:latin typeface="Aptos" panose="020B0004020202020204" pitchFamily="34" charset="0"/>
              </a:rPr>
              <a:t>: To manage state and side effects.</a:t>
            </a:r>
          </a:p>
          <a:p>
            <a:endParaRPr lang="en-CA" sz="1400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9B700-069F-EFAF-3ADD-245714284F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28" r="15958"/>
          <a:stretch/>
        </p:blipFill>
        <p:spPr>
          <a:xfrm>
            <a:off x="5607128" y="1939635"/>
            <a:ext cx="6123054" cy="392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4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CB31-8D43-4245-A194-C5031720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>
                <a:latin typeface="Aptos Black" panose="020B0004020202020204" pitchFamily="34" charset="0"/>
              </a:rPr>
              <a:t>Frontend: Car Details Page</a:t>
            </a:r>
            <a:endParaRPr lang="en-CA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EA31-0610-7A32-7935-2112E103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998720" cy="3760891"/>
          </a:xfrm>
        </p:spPr>
        <p:txBody>
          <a:bodyPr>
            <a:noAutofit/>
          </a:bodyPr>
          <a:lstStyle/>
          <a:p>
            <a:r>
              <a:rPr lang="en-US" sz="1400" b="1" dirty="0">
                <a:latin typeface="Aptos" panose="020B0004020202020204" pitchFamily="34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Carousel</a:t>
            </a:r>
            <a:r>
              <a:rPr lang="en-US" sz="14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Displays car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Uses Bootstrap’s built-in carousel functionality.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Lease/Finance Calculator</a:t>
            </a:r>
            <a:r>
              <a:rPr lang="en-US" sz="14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Computes monthly payments dynamically.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Order Now</a:t>
            </a:r>
            <a:r>
              <a:rPr lang="en-US" sz="14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Interactive button with modal confirmation.</a:t>
            </a:r>
          </a:p>
          <a:p>
            <a:r>
              <a:rPr lang="en-US" sz="1400" b="1" dirty="0">
                <a:latin typeface="Aptos" panose="020B0004020202020204" pitchFamily="34" charset="0"/>
              </a:rPr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React Router</a:t>
            </a:r>
            <a:r>
              <a:rPr lang="en-US" sz="1400" dirty="0">
                <a:latin typeface="Aptos" panose="020B0004020202020204" pitchFamily="34" charset="0"/>
              </a:rPr>
              <a:t>: For dynamic page routing.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Aptos" panose="020B0004020202020204" pitchFamily="34" charset="0"/>
              </a:rPr>
              <a:t>Bootstrap</a:t>
            </a:r>
            <a:r>
              <a:rPr lang="en-US" sz="1400" dirty="0">
                <a:latin typeface="Aptos" panose="020B0004020202020204" pitchFamily="34" charset="0"/>
              </a:rPr>
              <a:t>: For carousel and modal features.</a:t>
            </a:r>
          </a:p>
          <a:p>
            <a:endParaRPr lang="en-CA" sz="1400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1F7EF-5E5C-9922-2E3E-E9DA3D91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162" y="2560755"/>
            <a:ext cx="5979312" cy="285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3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8C54-ABB9-37A2-E2BE-D524B311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>
                <a:latin typeface="Aptos Black" panose="020B0004020202020204" pitchFamily="34" charset="0"/>
              </a:rPr>
              <a:t>Frontend: Add/Update Car Page</a:t>
            </a:r>
            <a:endParaRPr lang="en-CA" dirty="0">
              <a:latin typeface="Aptos Black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84DB-E23B-9E96-A8E7-B2F8F8730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758575" cy="3760891"/>
          </a:xfrm>
        </p:spPr>
        <p:txBody>
          <a:bodyPr>
            <a:noAutofit/>
          </a:bodyPr>
          <a:lstStyle/>
          <a:p>
            <a:r>
              <a:rPr lang="en-CA" sz="1200" b="1" dirty="0">
                <a:latin typeface="Aptos" panose="020B0004020202020204" pitchFamily="34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200" b="1" dirty="0">
                <a:latin typeface="Aptos" panose="020B0004020202020204" pitchFamily="34" charset="0"/>
              </a:rPr>
              <a:t>Dynamic Form</a:t>
            </a:r>
            <a:r>
              <a:rPr lang="en-CA" sz="12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200" dirty="0">
                <a:latin typeface="Aptos" panose="020B0004020202020204" pitchFamily="34" charset="0"/>
              </a:rPr>
              <a:t>Handles car creation and updates.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200" dirty="0">
                <a:latin typeface="Aptos" panose="020B0004020202020204" pitchFamily="34" charset="0"/>
              </a:rPr>
              <a:t>Allows multiple image uploads.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200" b="1" dirty="0">
                <a:latin typeface="Aptos" panose="020B0004020202020204" pitchFamily="34" charset="0"/>
              </a:rPr>
              <a:t>CRUD Operations</a:t>
            </a:r>
            <a:r>
              <a:rPr lang="en-CA" sz="12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200" dirty="0">
                <a:latin typeface="Aptos" panose="020B0004020202020204" pitchFamily="34" charset="0"/>
              </a:rPr>
              <a:t>Sends data to API for creating, updating, or deleting cars.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200" b="1" dirty="0">
                <a:latin typeface="Aptos" panose="020B0004020202020204" pitchFamily="34" charset="0"/>
              </a:rPr>
              <a:t>Form Validation</a:t>
            </a:r>
            <a:r>
              <a:rPr lang="en-CA" sz="1200" dirty="0">
                <a:latin typeface="Aptos" panose="020B00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200" dirty="0">
                <a:latin typeface="Aptos" panose="020B0004020202020204" pitchFamily="34" charset="0"/>
              </a:rPr>
              <a:t>Ensures all required fields are correctly populated.</a:t>
            </a:r>
          </a:p>
          <a:p>
            <a:r>
              <a:rPr lang="en-CA" sz="1200" b="1" dirty="0">
                <a:latin typeface="Aptos" panose="020B0004020202020204" pitchFamily="34" charset="0"/>
              </a:rPr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200" b="1" dirty="0">
                <a:latin typeface="Aptos" panose="020B0004020202020204" pitchFamily="34" charset="0"/>
              </a:rPr>
              <a:t>React.js</a:t>
            </a:r>
            <a:r>
              <a:rPr lang="en-CA" sz="1200" dirty="0">
                <a:latin typeface="Aptos" panose="020B0004020202020204" pitchFamily="34" charset="0"/>
              </a:rPr>
              <a:t>: Dynamic state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200" b="1" dirty="0" err="1">
                <a:latin typeface="Aptos" panose="020B0004020202020204" pitchFamily="34" charset="0"/>
              </a:rPr>
              <a:t>Axios</a:t>
            </a:r>
            <a:r>
              <a:rPr lang="en-CA" sz="1200" dirty="0">
                <a:latin typeface="Aptos" panose="020B0004020202020204" pitchFamily="34" charset="0"/>
              </a:rPr>
              <a:t>: For HTTP requests.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200" b="1" dirty="0">
                <a:latin typeface="Aptos" panose="020B0004020202020204" pitchFamily="34" charset="0"/>
              </a:rPr>
              <a:t>Bootstrap</a:t>
            </a:r>
            <a:r>
              <a:rPr lang="en-CA" sz="1200" dirty="0">
                <a:latin typeface="Aptos" panose="020B0004020202020204" pitchFamily="34" charset="0"/>
              </a:rPr>
              <a:t>: Styling and responsive layout.</a:t>
            </a:r>
          </a:p>
          <a:p>
            <a:endParaRPr lang="en-CA" sz="12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B0716-8092-7133-2EC9-86165DA7A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641" y="2179781"/>
            <a:ext cx="2933247" cy="3985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919781-BDF2-0F2D-7E9C-31CFFE920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483" y="2179780"/>
            <a:ext cx="2941672" cy="398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8524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{B333335B-63CA-4CAB-A99A-E5256604CEAD}tf56160789_win32</Template>
  <TotalTime>31</TotalTime>
  <Words>565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Black</vt:lpstr>
      <vt:lpstr>Arial</vt:lpstr>
      <vt:lpstr>Bookman Old Style</vt:lpstr>
      <vt:lpstr>Calibri</vt:lpstr>
      <vt:lpstr>Franklin Gothic Book</vt:lpstr>
      <vt:lpstr>Custom</vt:lpstr>
      <vt:lpstr>FastLane Motors</vt:lpstr>
      <vt:lpstr>Project Overview</vt:lpstr>
      <vt:lpstr>Backend: Overview</vt:lpstr>
      <vt:lpstr>Backend: Data Handling</vt:lpstr>
      <vt:lpstr>Backend: File Handling</vt:lpstr>
      <vt:lpstr>Backend: API Workflow</vt:lpstr>
      <vt:lpstr>Frontend: Landing Page</vt:lpstr>
      <vt:lpstr>Frontend: Products Page</vt:lpstr>
      <vt:lpstr>Frontend: Car Details Page</vt:lpstr>
      <vt:lpstr>Frontend: Add/Update Car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Prajval Patel</dc:creator>
  <cp:lastModifiedBy>Prajval Patel</cp:lastModifiedBy>
  <cp:revision>1</cp:revision>
  <dcterms:created xsi:type="dcterms:W3CDTF">2024-12-12T23:15:37Z</dcterms:created>
  <dcterms:modified xsi:type="dcterms:W3CDTF">2024-12-12T23:47:24Z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